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731520"/>
            <a:ext cx="2560320" cy="2560320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FF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5577840"/>
            <a:ext cx="1554480" cy="155448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" y="146304"/>
            <a:ext cx="11686032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46304"/>
            <a:ext cx="128016" cy="658368"/>
          </a:xfrm>
          <a:prstGeom prst="roundRect">
            <a:avLst>
              <a:gd name="adj" fmla="val 40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6304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今天做這一味  ·  看圖就能做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6576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青花瓷山藥糕｜製作步驟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5603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5C8A"/>
                </a:solidFill>
                <a:latin typeface="Hiragino Sans GB"/>
                <a:ea typeface="Hiragino Sans GB"/>
                <a:cs typeface="Hiragino Sans GB"/>
              </a:rPr>
              <a:t>冷藏後脫模就完成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932688"/>
            <a:ext cx="2825496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" y="1024128"/>
            <a:ext cx="2642616" cy="1755648"/>
          </a:xfrm>
          <a:prstGeom prst="roundRect">
            <a:avLst>
              <a:gd name="adj" fmla="val 8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3192" y="1069848"/>
            <a:ext cx="2551176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h_pow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88136"/>
            <a:ext cx="2514600" cy="1627632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65760" y="2871216"/>
            <a:ext cx="365760" cy="36576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7121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852928"/>
            <a:ext cx="218541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壓成細泥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9544" y="932688"/>
            <a:ext cx="2825496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00984" y="1024128"/>
            <a:ext cx="2642616" cy="1755648"/>
          </a:xfrm>
          <a:prstGeom prst="roundRect">
            <a:avLst>
              <a:gd name="adj" fmla="val 8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46704" y="1069848"/>
            <a:ext cx="2551176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qh_reci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088136"/>
            <a:ext cx="2514600" cy="1627632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3319272" y="2871216"/>
            <a:ext cx="365760" cy="36576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9272" y="287121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9896" y="2852928"/>
            <a:ext cx="218541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加熟糕粉和糖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932688"/>
            <a:ext cx="2825496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4496" y="1024128"/>
            <a:ext cx="2642616" cy="1755648"/>
          </a:xfrm>
          <a:prstGeom prst="roundRect">
            <a:avLst>
              <a:gd name="adj" fmla="val 8000"/>
            </a:avLst>
          </a:prstGeom>
          <a:solidFill>
            <a:srgbClr val="B8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0216" y="1069848"/>
            <a:ext cx="2551176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qh_col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1088136"/>
            <a:ext cx="2514600" cy="1627632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6272784" y="2871216"/>
            <a:ext cx="365760" cy="365760"/>
          </a:xfrm>
          <a:prstGeom prst="ellipse">
            <a:avLst/>
          </a:prstGeom>
          <a:solidFill>
            <a:srgbClr val="B8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4" y="287121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2852928"/>
            <a:ext cx="218541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一份染成藍色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16568" y="932688"/>
            <a:ext cx="2825496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08008" y="1024128"/>
            <a:ext cx="2642616" cy="1755648"/>
          </a:xfrm>
          <a:prstGeom prst="roundRect">
            <a:avLst>
              <a:gd name="adj" fmla="val 8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53728" y="1069848"/>
            <a:ext cx="2551176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qh_mi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1088136"/>
            <a:ext cx="2514600" cy="1627632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9226296" y="2871216"/>
            <a:ext cx="365760" cy="365760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26296" y="287121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2852928"/>
            <a:ext cx="218541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輕輕捏出雲紋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" y="3831336"/>
            <a:ext cx="2825496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47472" y="3922776"/>
            <a:ext cx="2642616" cy="1755648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93192" y="3968496"/>
            <a:ext cx="2551176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qh_fil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986784"/>
            <a:ext cx="2514600" cy="1627632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365760" y="5769864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7698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" y="5751576"/>
            <a:ext cx="218541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包餡，搓成圓球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9544" y="3831336"/>
            <a:ext cx="2825496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300984" y="3922776"/>
            <a:ext cx="2642616" cy="1755648"/>
          </a:xfrm>
          <a:prstGeom prst="roundRect">
            <a:avLst>
              <a:gd name="adj" fmla="val 8000"/>
            </a:avLst>
          </a:prstGeom>
          <a:solidFill>
            <a:srgbClr val="2E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346704" y="3968496"/>
            <a:ext cx="2551176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qh_whis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986784"/>
            <a:ext cx="2514600" cy="1627632"/>
          </a:xfrm>
          <a:prstGeom prst="rect">
            <a:avLst/>
          </a:prstGeom>
        </p:spPr>
      </p:pic>
      <p:sp>
        <p:nvSpPr>
          <p:cNvPr id="50" name="Oval 49"/>
          <p:cNvSpPr/>
          <p:nvPr/>
        </p:nvSpPr>
        <p:spPr>
          <a:xfrm>
            <a:off x="3319272" y="5769864"/>
            <a:ext cx="365760" cy="365760"/>
          </a:xfrm>
          <a:prstGeom prst="ellipse">
            <a:avLst/>
          </a:prstGeom>
          <a:solidFill>
            <a:srgbClr val="2E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19272" y="57698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39896" y="5751576"/>
            <a:ext cx="218541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煮椰子水白涼粉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63056" y="3831336"/>
            <a:ext cx="2825496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54496" y="3922776"/>
            <a:ext cx="2642616" cy="1755648"/>
          </a:xfrm>
          <a:prstGeom prst="roundRect">
            <a:avLst>
              <a:gd name="adj" fmla="val 8000"/>
            </a:avLst>
          </a:prstGeom>
          <a:solidFill>
            <a:srgbClr val="4DC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00216" y="3968496"/>
            <a:ext cx="2551176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qh_pou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4" y="3986784"/>
            <a:ext cx="2514600" cy="1627632"/>
          </a:xfrm>
          <a:prstGeom prst="rect">
            <a:avLst/>
          </a:prstGeom>
        </p:spPr>
      </p:pic>
      <p:sp>
        <p:nvSpPr>
          <p:cNvPr id="57" name="Oval 56"/>
          <p:cNvSpPr/>
          <p:nvPr/>
        </p:nvSpPr>
        <p:spPr>
          <a:xfrm>
            <a:off x="6272784" y="5769864"/>
            <a:ext cx="365760" cy="365760"/>
          </a:xfrm>
          <a:prstGeom prst="ellipse">
            <a:avLst/>
          </a:prstGeom>
          <a:solidFill>
            <a:srgbClr val="4DC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72784" y="57698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5751576"/>
            <a:ext cx="218541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先倒一層進模具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16568" y="3831336"/>
            <a:ext cx="2825496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208008" y="3922776"/>
            <a:ext cx="2642616" cy="1755648"/>
          </a:xfrm>
          <a:prstGeom prst="roundRect">
            <a:avLst>
              <a:gd name="adj" fmla="val 8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253728" y="3968496"/>
            <a:ext cx="2551176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qh_se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2016" y="3986784"/>
            <a:ext cx="2514600" cy="1627632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9226296" y="5769864"/>
            <a:ext cx="365760" cy="365760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26296" y="57698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46920" y="5751576"/>
            <a:ext cx="218541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放球，再倒滿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